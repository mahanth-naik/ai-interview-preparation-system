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02200D-9EDC-4E8D-B1F3-6129D243625C}" v="5" dt="2026-08-11T16:43:38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91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Mahanth Naik" userId="031bdfddf5ed729f" providerId="LiveId" clId="{EA891003-5C4F-45D5-A4EE-F14EF68353AD}"/>
    <pc:docChg chg="undo custSel modSld">
      <pc:chgData name="M Mahanth Naik" userId="031bdfddf5ed729f" providerId="LiveId" clId="{EA891003-5C4F-45D5-A4EE-F14EF68353AD}" dt="2026-08-11T16:57:36.700" v="166" actId="1076"/>
      <pc:docMkLst>
        <pc:docMk/>
      </pc:docMkLst>
      <pc:sldChg chg="modSp mod">
        <pc:chgData name="M Mahanth Naik" userId="031bdfddf5ed729f" providerId="LiveId" clId="{EA891003-5C4F-45D5-A4EE-F14EF68353AD}" dt="2026-08-11T16:47:27.318" v="154" actId="1076"/>
        <pc:sldMkLst>
          <pc:docMk/>
          <pc:sldMk cId="0" sldId="257"/>
        </pc:sldMkLst>
        <pc:spChg chg="mod">
          <ac:chgData name="M Mahanth Naik" userId="031bdfddf5ed729f" providerId="LiveId" clId="{EA891003-5C4F-45D5-A4EE-F14EF68353AD}" dt="2026-08-11T16:46:16.025" v="141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M Mahanth Naik" userId="031bdfddf5ed729f" providerId="LiveId" clId="{EA891003-5C4F-45D5-A4EE-F14EF68353AD}" dt="2026-08-11T16:46:25.779" v="142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M Mahanth Naik" userId="031bdfddf5ed729f" providerId="LiveId" clId="{EA891003-5C4F-45D5-A4EE-F14EF68353AD}" dt="2026-08-11T16:46:50.940" v="147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M Mahanth Naik" userId="031bdfddf5ed729f" providerId="LiveId" clId="{EA891003-5C4F-45D5-A4EE-F14EF68353AD}" dt="2026-08-11T16:47:04.535" v="150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M Mahanth Naik" userId="031bdfddf5ed729f" providerId="LiveId" clId="{EA891003-5C4F-45D5-A4EE-F14EF68353AD}" dt="2026-08-11T16:46:34.793" v="144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M Mahanth Naik" userId="031bdfddf5ed729f" providerId="LiveId" clId="{EA891003-5C4F-45D5-A4EE-F14EF68353AD}" dt="2026-08-11T16:46:40.158" v="145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M Mahanth Naik" userId="031bdfddf5ed729f" providerId="LiveId" clId="{EA891003-5C4F-45D5-A4EE-F14EF68353AD}" dt="2026-08-11T16:47:22.110" v="153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M Mahanth Naik" userId="031bdfddf5ed729f" providerId="LiveId" clId="{EA891003-5C4F-45D5-A4EE-F14EF68353AD}" dt="2026-08-11T16:47:27.318" v="154" actId="1076"/>
          <ac:spMkLst>
            <pc:docMk/>
            <pc:sldMk cId="0" sldId="257"/>
            <ac:spMk id="16" creationId="{00000000-0000-0000-0000-000000000000}"/>
          </ac:spMkLst>
        </pc:spChg>
        <pc:picChg chg="mod">
          <ac:chgData name="M Mahanth Naik" userId="031bdfddf5ed729f" providerId="LiveId" clId="{EA891003-5C4F-45D5-A4EE-F14EF68353AD}" dt="2026-08-11T16:46:11.772" v="140" actId="1076"/>
          <ac:picMkLst>
            <pc:docMk/>
            <pc:sldMk cId="0" sldId="257"/>
            <ac:picMk id="2" creationId="{00000000-0000-0000-0000-000000000000}"/>
          </ac:picMkLst>
        </pc:picChg>
        <pc:picChg chg="mod">
          <ac:chgData name="M Mahanth Naik" userId="031bdfddf5ed729f" providerId="LiveId" clId="{EA891003-5C4F-45D5-A4EE-F14EF68353AD}" dt="2026-08-11T16:47:08.959" v="151" actId="1076"/>
          <ac:picMkLst>
            <pc:docMk/>
            <pc:sldMk cId="0" sldId="257"/>
            <ac:picMk id="3" creationId="{00000000-0000-0000-0000-000000000000}"/>
          </ac:picMkLst>
        </pc:picChg>
        <pc:picChg chg="mod">
          <ac:chgData name="M Mahanth Naik" userId="031bdfddf5ed729f" providerId="LiveId" clId="{EA891003-5C4F-45D5-A4EE-F14EF68353AD}" dt="2026-08-11T16:46:31.010" v="143" actId="1076"/>
          <ac:picMkLst>
            <pc:docMk/>
            <pc:sldMk cId="0" sldId="257"/>
            <ac:picMk id="4" creationId="{00000000-0000-0000-0000-000000000000}"/>
          </ac:picMkLst>
        </pc:picChg>
        <pc:picChg chg="mod">
          <ac:chgData name="M Mahanth Naik" userId="031bdfddf5ed729f" providerId="LiveId" clId="{EA891003-5C4F-45D5-A4EE-F14EF68353AD}" dt="2026-08-11T16:47:17.446" v="152" actId="1076"/>
          <ac:picMkLst>
            <pc:docMk/>
            <pc:sldMk cId="0" sldId="257"/>
            <ac:picMk id="5" creationId="{00000000-0000-0000-0000-000000000000}"/>
          </ac:picMkLst>
        </pc:picChg>
      </pc:sldChg>
      <pc:sldChg chg="addSp delSp modSp mod">
        <pc:chgData name="M Mahanth Naik" userId="031bdfddf5ed729f" providerId="LiveId" clId="{EA891003-5C4F-45D5-A4EE-F14EF68353AD}" dt="2026-08-11T16:43:59.831" v="134" actId="1076"/>
        <pc:sldMkLst>
          <pc:docMk/>
          <pc:sldMk cId="0" sldId="258"/>
        </pc:sldMkLst>
        <pc:spChg chg="mod">
          <ac:chgData name="M Mahanth Naik" userId="031bdfddf5ed729f" providerId="LiveId" clId="{EA891003-5C4F-45D5-A4EE-F14EF68353AD}" dt="2026-08-11T16:38:35.147" v="90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M Mahanth Naik" userId="031bdfddf5ed729f" providerId="LiveId" clId="{EA891003-5C4F-45D5-A4EE-F14EF68353AD}" dt="2026-08-11T16:36:34.207" v="71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M Mahanth Naik" userId="031bdfddf5ed729f" providerId="LiveId" clId="{EA891003-5C4F-45D5-A4EE-F14EF68353AD}" dt="2026-08-11T16:38:45.917" v="92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M Mahanth Naik" userId="031bdfddf5ed729f" providerId="LiveId" clId="{EA891003-5C4F-45D5-A4EE-F14EF68353AD}" dt="2026-08-11T16:37:00.870" v="75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M Mahanth Naik" userId="031bdfddf5ed729f" providerId="LiveId" clId="{EA891003-5C4F-45D5-A4EE-F14EF68353AD}" dt="2026-08-11T16:38:59.716" v="94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M Mahanth Naik" userId="031bdfddf5ed729f" providerId="LiveId" clId="{EA891003-5C4F-45D5-A4EE-F14EF68353AD}" dt="2026-08-11T16:37:16.448" v="77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M Mahanth Naik" userId="031bdfddf5ed729f" providerId="LiveId" clId="{EA891003-5C4F-45D5-A4EE-F14EF68353AD}" dt="2026-08-11T16:39:11.708" v="96" actId="1076"/>
          <ac:spMkLst>
            <pc:docMk/>
            <pc:sldMk cId="0" sldId="258"/>
            <ac:spMk id="22" creationId="{00000000-0000-0000-0000-000000000000}"/>
          </ac:spMkLst>
        </pc:spChg>
        <pc:spChg chg="del mod">
          <ac:chgData name="M Mahanth Naik" userId="031bdfddf5ed729f" providerId="LiveId" clId="{EA891003-5C4F-45D5-A4EE-F14EF68353AD}" dt="2026-08-11T16:40:23.221" v="107" actId="478"/>
          <ac:spMkLst>
            <pc:docMk/>
            <pc:sldMk cId="0" sldId="258"/>
            <ac:spMk id="23" creationId="{00000000-0000-0000-0000-000000000000}"/>
          </ac:spMkLst>
        </pc:spChg>
        <pc:spChg chg="mod">
          <ac:chgData name="M Mahanth Naik" userId="031bdfddf5ed729f" providerId="LiveId" clId="{EA891003-5C4F-45D5-A4EE-F14EF68353AD}" dt="2026-08-11T16:39:24.356" v="98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M Mahanth Naik" userId="031bdfddf5ed729f" providerId="LiveId" clId="{EA891003-5C4F-45D5-A4EE-F14EF68353AD}" dt="2026-08-11T16:39:35.218" v="100" actId="107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M Mahanth Naik" userId="031bdfddf5ed729f" providerId="LiveId" clId="{EA891003-5C4F-45D5-A4EE-F14EF68353AD}" dt="2026-08-11T16:39:50.753" v="102" actId="107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M Mahanth Naik" userId="031bdfddf5ed729f" providerId="LiveId" clId="{EA891003-5C4F-45D5-A4EE-F14EF68353AD}" dt="2026-08-11T16:36:44.560" v="73" actId="107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M Mahanth Naik" userId="031bdfddf5ed729f" providerId="LiveId" clId="{EA891003-5C4F-45D5-A4EE-F14EF68353AD}" dt="2026-08-11T16:36:49.332" v="74" actId="1076"/>
          <ac:spMkLst>
            <pc:docMk/>
            <pc:sldMk cId="0" sldId="258"/>
            <ac:spMk id="28" creationId="{00000000-0000-0000-0000-000000000000}"/>
          </ac:spMkLst>
        </pc:spChg>
        <pc:spChg chg="add mod">
          <ac:chgData name="M Mahanth Naik" userId="031bdfddf5ed729f" providerId="LiveId" clId="{EA891003-5C4F-45D5-A4EE-F14EF68353AD}" dt="2026-08-11T16:36:02.129" v="66" actId="1076"/>
          <ac:spMkLst>
            <pc:docMk/>
            <pc:sldMk cId="0" sldId="258"/>
            <ac:spMk id="29" creationId="{92CFAFBF-83C9-EDB4-23ED-8354E9E5928B}"/>
          </ac:spMkLst>
        </pc:spChg>
        <pc:spChg chg="add del mod">
          <ac:chgData name="M Mahanth Naik" userId="031bdfddf5ed729f" providerId="LiveId" clId="{EA891003-5C4F-45D5-A4EE-F14EF68353AD}" dt="2026-08-11T16:32:31.280" v="24"/>
          <ac:spMkLst>
            <pc:docMk/>
            <pc:sldMk cId="0" sldId="258"/>
            <ac:spMk id="30" creationId="{393E7796-B3FD-E43F-05D7-40A87B22ADB3}"/>
          </ac:spMkLst>
        </pc:spChg>
        <pc:spChg chg="add del mod">
          <ac:chgData name="M Mahanth Naik" userId="031bdfddf5ed729f" providerId="LiveId" clId="{EA891003-5C4F-45D5-A4EE-F14EF68353AD}" dt="2026-08-11T16:32:50.502" v="31" actId="47"/>
          <ac:spMkLst>
            <pc:docMk/>
            <pc:sldMk cId="0" sldId="258"/>
            <ac:spMk id="33" creationId="{33D34C74-399D-3F2E-6F6F-CAA6EC8849B6}"/>
          </ac:spMkLst>
        </pc:spChg>
        <pc:spChg chg="add mod">
          <ac:chgData name="M Mahanth Naik" userId="031bdfddf5ed729f" providerId="LiveId" clId="{EA891003-5C4F-45D5-A4EE-F14EF68353AD}" dt="2026-08-11T16:37:29.045" v="79" actId="1076"/>
          <ac:spMkLst>
            <pc:docMk/>
            <pc:sldMk cId="0" sldId="258"/>
            <ac:spMk id="35" creationId="{A30E6083-3F0A-6A05-7795-2EBF39D58603}"/>
          </ac:spMkLst>
        </pc:spChg>
        <pc:spChg chg="add del">
          <ac:chgData name="M Mahanth Naik" userId="031bdfddf5ed729f" providerId="LiveId" clId="{EA891003-5C4F-45D5-A4EE-F14EF68353AD}" dt="2026-08-11T16:33:35.994" v="35" actId="22"/>
          <ac:spMkLst>
            <pc:docMk/>
            <pc:sldMk cId="0" sldId="258"/>
            <ac:spMk id="37" creationId="{C9098922-63D1-9CAB-50FB-400BDDA199D4}"/>
          </ac:spMkLst>
        </pc:spChg>
        <pc:spChg chg="add mod">
          <ac:chgData name="M Mahanth Naik" userId="031bdfddf5ed729f" providerId="LiveId" clId="{EA891003-5C4F-45D5-A4EE-F14EF68353AD}" dt="2026-08-11T16:38:08.776" v="88" actId="20577"/>
          <ac:spMkLst>
            <pc:docMk/>
            <pc:sldMk cId="0" sldId="258"/>
            <ac:spMk id="39" creationId="{A55597C9-EC86-405E-C15B-8082D77F708C}"/>
          </ac:spMkLst>
        </pc:spChg>
        <pc:spChg chg="add del mod">
          <ac:chgData name="M Mahanth Naik" userId="031bdfddf5ed729f" providerId="LiveId" clId="{EA891003-5C4F-45D5-A4EE-F14EF68353AD}" dt="2026-08-11T16:41:22.904" v="111" actId="22"/>
          <ac:spMkLst>
            <pc:docMk/>
            <pc:sldMk cId="0" sldId="258"/>
            <ac:spMk id="41" creationId="{C9B72B41-8AD7-7077-C2E2-45EC121EA98F}"/>
          </ac:spMkLst>
        </pc:spChg>
        <pc:spChg chg="add del mod">
          <ac:chgData name="M Mahanth Naik" userId="031bdfddf5ed729f" providerId="LiveId" clId="{EA891003-5C4F-45D5-A4EE-F14EF68353AD}" dt="2026-08-11T16:43:41.206" v="132" actId="22"/>
          <ac:spMkLst>
            <pc:docMk/>
            <pc:sldMk cId="0" sldId="258"/>
            <ac:spMk id="43" creationId="{42D3BC3B-603C-21B3-35E2-CA278187CCE4}"/>
          </ac:spMkLst>
        </pc:spChg>
        <pc:spChg chg="add del mod">
          <ac:chgData name="M Mahanth Naik" userId="031bdfddf5ed729f" providerId="LiveId" clId="{EA891003-5C4F-45D5-A4EE-F14EF68353AD}" dt="2026-08-11T16:43:38.801" v="126" actId="767"/>
          <ac:spMkLst>
            <pc:docMk/>
            <pc:sldMk cId="0" sldId="258"/>
            <ac:spMk id="44" creationId="{1912E244-6162-BFA6-CF96-EBE1360F74BE}"/>
          </ac:spMkLst>
        </pc:spChg>
        <pc:picChg chg="mod">
          <ac:chgData name="M Mahanth Naik" userId="031bdfddf5ed729f" providerId="LiveId" clId="{EA891003-5C4F-45D5-A4EE-F14EF68353AD}" dt="2026-08-11T16:38:28.567" v="89" actId="1076"/>
          <ac:picMkLst>
            <pc:docMk/>
            <pc:sldMk cId="0" sldId="258"/>
            <ac:picMk id="2" creationId="{00000000-0000-0000-0000-000000000000}"/>
          </ac:picMkLst>
        </pc:picChg>
        <pc:picChg chg="mod">
          <ac:chgData name="M Mahanth Naik" userId="031bdfddf5ed729f" providerId="LiveId" clId="{EA891003-5C4F-45D5-A4EE-F14EF68353AD}" dt="2026-08-11T16:37:50.584" v="83" actId="1076"/>
          <ac:picMkLst>
            <pc:docMk/>
            <pc:sldMk cId="0" sldId="258"/>
            <ac:picMk id="3" creationId="{00000000-0000-0000-0000-000000000000}"/>
          </ac:picMkLst>
        </pc:picChg>
        <pc:picChg chg="mod">
          <ac:chgData name="M Mahanth Naik" userId="031bdfddf5ed729f" providerId="LiveId" clId="{EA891003-5C4F-45D5-A4EE-F14EF68353AD}" dt="2026-08-11T16:38:38.921" v="91" actId="1076"/>
          <ac:picMkLst>
            <pc:docMk/>
            <pc:sldMk cId="0" sldId="258"/>
            <ac:picMk id="4" creationId="{00000000-0000-0000-0000-000000000000}"/>
          </ac:picMkLst>
        </pc:picChg>
        <pc:picChg chg="mod">
          <ac:chgData name="M Mahanth Naik" userId="031bdfddf5ed729f" providerId="LiveId" clId="{EA891003-5C4F-45D5-A4EE-F14EF68353AD}" dt="2026-08-11T16:37:53.740" v="84" actId="1076"/>
          <ac:picMkLst>
            <pc:docMk/>
            <pc:sldMk cId="0" sldId="258"/>
            <ac:picMk id="5" creationId="{00000000-0000-0000-0000-000000000000}"/>
          </ac:picMkLst>
        </pc:picChg>
        <pc:picChg chg="mod">
          <ac:chgData name="M Mahanth Naik" userId="031bdfddf5ed729f" providerId="LiveId" clId="{EA891003-5C4F-45D5-A4EE-F14EF68353AD}" dt="2026-08-11T16:38:50.355" v="93" actId="1076"/>
          <ac:picMkLst>
            <pc:docMk/>
            <pc:sldMk cId="0" sldId="258"/>
            <ac:picMk id="6" creationId="{00000000-0000-0000-0000-000000000000}"/>
          </ac:picMkLst>
        </pc:picChg>
        <pc:picChg chg="add del">
          <ac:chgData name="M Mahanth Naik" userId="031bdfddf5ed729f" providerId="LiveId" clId="{EA891003-5C4F-45D5-A4EE-F14EF68353AD}" dt="2026-08-11T16:33:49.857" v="38" actId="478"/>
          <ac:picMkLst>
            <pc:docMk/>
            <pc:sldMk cId="0" sldId="258"/>
            <ac:picMk id="7" creationId="{00000000-0000-0000-0000-000000000000}"/>
          </ac:picMkLst>
        </pc:picChg>
        <pc:picChg chg="mod">
          <ac:chgData name="M Mahanth Naik" userId="031bdfddf5ed729f" providerId="LiveId" clId="{EA891003-5C4F-45D5-A4EE-F14EF68353AD}" dt="2026-08-11T16:39:04.035" v="95" actId="1076"/>
          <ac:picMkLst>
            <pc:docMk/>
            <pc:sldMk cId="0" sldId="258"/>
            <ac:picMk id="8" creationId="{00000000-0000-0000-0000-000000000000}"/>
          </ac:picMkLst>
        </pc:picChg>
        <pc:picChg chg="mod">
          <ac:chgData name="M Mahanth Naik" userId="031bdfddf5ed729f" providerId="LiveId" clId="{EA891003-5C4F-45D5-A4EE-F14EF68353AD}" dt="2026-08-11T16:37:47.018" v="82" actId="1076"/>
          <ac:picMkLst>
            <pc:docMk/>
            <pc:sldMk cId="0" sldId="258"/>
            <ac:picMk id="9" creationId="{00000000-0000-0000-0000-000000000000}"/>
          </ac:picMkLst>
        </pc:picChg>
        <pc:picChg chg="mod">
          <ac:chgData name="M Mahanth Naik" userId="031bdfddf5ed729f" providerId="LiveId" clId="{EA891003-5C4F-45D5-A4EE-F14EF68353AD}" dt="2026-08-11T16:42:39.639" v="119" actId="14100"/>
          <ac:picMkLst>
            <pc:docMk/>
            <pc:sldMk cId="0" sldId="258"/>
            <ac:picMk id="10" creationId="{00000000-0000-0000-0000-000000000000}"/>
          </ac:picMkLst>
        </pc:picChg>
        <pc:picChg chg="mod">
          <ac:chgData name="M Mahanth Naik" userId="031bdfddf5ed729f" providerId="LiveId" clId="{EA891003-5C4F-45D5-A4EE-F14EF68353AD}" dt="2026-08-11T16:39:29.358" v="99" actId="1076"/>
          <ac:picMkLst>
            <pc:docMk/>
            <pc:sldMk cId="0" sldId="258"/>
            <ac:picMk id="11" creationId="{00000000-0000-0000-0000-000000000000}"/>
          </ac:picMkLst>
        </pc:picChg>
        <pc:picChg chg="mod">
          <ac:chgData name="M Mahanth Naik" userId="031bdfddf5ed729f" providerId="LiveId" clId="{EA891003-5C4F-45D5-A4EE-F14EF68353AD}" dt="2026-08-11T16:39:39.683" v="101" actId="1076"/>
          <ac:picMkLst>
            <pc:docMk/>
            <pc:sldMk cId="0" sldId="258"/>
            <ac:picMk id="12" creationId="{00000000-0000-0000-0000-000000000000}"/>
          </ac:picMkLst>
        </pc:picChg>
        <pc:picChg chg="mod">
          <ac:chgData name="M Mahanth Naik" userId="031bdfddf5ed729f" providerId="LiveId" clId="{EA891003-5C4F-45D5-A4EE-F14EF68353AD}" dt="2026-08-11T16:39:54.726" v="103" actId="1076"/>
          <ac:picMkLst>
            <pc:docMk/>
            <pc:sldMk cId="0" sldId="258"/>
            <ac:picMk id="13" creationId="{00000000-0000-0000-0000-000000000000}"/>
          </ac:picMkLst>
        </pc:picChg>
        <pc:picChg chg="add mod">
          <ac:chgData name="M Mahanth Naik" userId="031bdfddf5ed729f" providerId="LiveId" clId="{EA891003-5C4F-45D5-A4EE-F14EF68353AD}" dt="2026-08-11T16:37:56.239" v="85" actId="1076"/>
          <ac:picMkLst>
            <pc:docMk/>
            <pc:sldMk cId="0" sldId="258"/>
            <ac:picMk id="32" creationId="{80D3D2D6-4B5F-A0C0-B68F-A10356CC6343}"/>
          </ac:picMkLst>
        </pc:picChg>
        <pc:cxnChg chg="add del mod">
          <ac:chgData name="M Mahanth Naik" userId="031bdfddf5ed729f" providerId="LiveId" clId="{EA891003-5C4F-45D5-A4EE-F14EF68353AD}" dt="2026-08-11T16:43:38.289" v="124" actId="11529"/>
          <ac:cxnSpMkLst>
            <pc:docMk/>
            <pc:sldMk cId="0" sldId="258"/>
            <ac:cxnSpMk id="46" creationId="{E844FBA4-5D26-71FD-923B-914EC769EE5C}"/>
          </ac:cxnSpMkLst>
        </pc:cxnChg>
        <pc:cxnChg chg="add mod">
          <ac:chgData name="M Mahanth Naik" userId="031bdfddf5ed729f" providerId="LiveId" clId="{EA891003-5C4F-45D5-A4EE-F14EF68353AD}" dt="2026-08-11T16:43:59.831" v="134" actId="1076"/>
          <ac:cxnSpMkLst>
            <pc:docMk/>
            <pc:sldMk cId="0" sldId="258"/>
            <ac:cxnSpMk id="48" creationId="{5085EB7B-6371-B6BE-E028-50B52FE16A15}"/>
          </ac:cxnSpMkLst>
        </pc:cxnChg>
      </pc:sldChg>
      <pc:sldChg chg="delSp modSp mod">
        <pc:chgData name="M Mahanth Naik" userId="031bdfddf5ed729f" providerId="LiveId" clId="{EA891003-5C4F-45D5-A4EE-F14EF68353AD}" dt="2026-08-11T16:57:36.700" v="166" actId="1076"/>
        <pc:sldMkLst>
          <pc:docMk/>
          <pc:sldMk cId="0" sldId="260"/>
        </pc:sldMkLst>
        <pc:spChg chg="del mod">
          <ac:chgData name="M Mahanth Naik" userId="031bdfddf5ed729f" providerId="LiveId" clId="{EA891003-5C4F-45D5-A4EE-F14EF68353AD}" dt="2026-08-11T16:57:32.104" v="165"/>
          <ac:spMkLst>
            <pc:docMk/>
            <pc:sldMk cId="0" sldId="260"/>
            <ac:spMk id="11" creationId="{00000000-0000-0000-0000-000000000000}"/>
          </ac:spMkLst>
        </pc:spChg>
        <pc:spChg chg="mod">
          <ac:chgData name="M Mahanth Naik" userId="031bdfddf5ed729f" providerId="LiveId" clId="{EA891003-5C4F-45D5-A4EE-F14EF68353AD}" dt="2026-08-11T16:57:36.700" v="166" actId="1076"/>
          <ac:spMkLst>
            <pc:docMk/>
            <pc:sldMk cId="0" sldId="260"/>
            <ac:spMk id="12" creationId="{00000000-0000-0000-0000-000000000000}"/>
          </ac:spMkLst>
        </pc:spChg>
        <pc:picChg chg="mod">
          <ac:chgData name="M Mahanth Naik" userId="031bdfddf5ed729f" providerId="LiveId" clId="{EA891003-5C4F-45D5-A4EE-F14EF68353AD}" dt="2026-08-11T16:56:37.794" v="156" actId="1076"/>
          <ac:picMkLst>
            <pc:docMk/>
            <pc:sldMk cId="0" sldId="260"/>
            <ac:picMk id="19" creationId="{00000000-0000-0000-0000-000000000000}"/>
          </ac:picMkLst>
        </pc:picChg>
        <pc:picChg chg="mod">
          <ac:chgData name="M Mahanth Naik" userId="031bdfddf5ed729f" providerId="LiveId" clId="{EA891003-5C4F-45D5-A4EE-F14EF68353AD}" dt="2026-08-11T16:56:43.831" v="157" actId="1076"/>
          <ac:picMkLst>
            <pc:docMk/>
            <pc:sldMk cId="0" sldId="260"/>
            <ac:picMk id="20" creationId="{00000000-0000-0000-0000-000000000000}"/>
          </ac:picMkLst>
        </pc:picChg>
        <pc:picChg chg="mod">
          <ac:chgData name="M Mahanth Naik" userId="031bdfddf5ed729f" providerId="LiveId" clId="{EA891003-5C4F-45D5-A4EE-F14EF68353AD}" dt="2026-08-11T16:56:48.174" v="158" actId="1076"/>
          <ac:picMkLst>
            <pc:docMk/>
            <pc:sldMk cId="0" sldId="260"/>
            <ac:picMk id="21" creationId="{00000000-0000-0000-0000-000000000000}"/>
          </ac:picMkLst>
        </pc:picChg>
        <pc:picChg chg="mod">
          <ac:chgData name="M Mahanth Naik" userId="031bdfddf5ed729f" providerId="LiveId" clId="{EA891003-5C4F-45D5-A4EE-F14EF68353AD}" dt="2026-08-11T16:57:04.701" v="161" actId="1076"/>
          <ac:picMkLst>
            <pc:docMk/>
            <pc:sldMk cId="0" sldId="260"/>
            <ac:picMk id="22" creationId="{00000000-0000-0000-0000-000000000000}"/>
          </ac:picMkLst>
        </pc:picChg>
        <pc:picChg chg="mod">
          <ac:chgData name="M Mahanth Naik" userId="031bdfddf5ed729f" providerId="LiveId" clId="{EA891003-5C4F-45D5-A4EE-F14EF68353AD}" dt="2026-08-11T16:56:59.028" v="160" actId="1076"/>
          <ac:picMkLst>
            <pc:docMk/>
            <pc:sldMk cId="0" sldId="260"/>
            <ac:picMk id="23" creationId="{00000000-0000-0000-0000-000000000000}"/>
          </ac:picMkLst>
        </pc:picChg>
        <pc:picChg chg="mod">
          <ac:chgData name="M Mahanth Naik" userId="031bdfddf5ed729f" providerId="LiveId" clId="{EA891003-5C4F-45D5-A4EE-F14EF68353AD}" dt="2026-08-11T16:57:09.752" v="162" actId="1076"/>
          <ac:picMkLst>
            <pc:docMk/>
            <pc:sldMk cId="0" sldId="260"/>
            <ac:picMk id="24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537" y="5620494"/>
            <a:ext cx="3590925" cy="3905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95437" y="846980"/>
            <a:ext cx="9001125" cy="1931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70"/>
              </a:lnSpc>
            </a:pPr>
            <a:r>
              <a:rPr sz="3900" b="1" i="0" u="none" dirty="0">
                <a:solidFill>
                  <a:srgbClr val="0F172A"/>
                </a:solidFill>
                <a:latin typeface="Inter"/>
              </a:rPr>
              <a:t>AI-Powered Interview Preparation System</a:t>
            </a:r>
            <a:r>
              <a:rPr dirty="0"/>
              <a:t>
</a:t>
            </a:r>
            <a:r>
              <a:rPr sz="3900" b="1" i="0" u="none" dirty="0">
                <a:solidFill>
                  <a:srgbClr val="0F172A"/>
                </a:solidFill>
                <a:latin typeface="Inter"/>
              </a:rPr>
              <a:t> using LLM and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575" y="3540472"/>
            <a:ext cx="2990850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sz="1650" b="1" i="0" u="none">
                <a:solidFill>
                  <a:srgbClr val="475569"/>
                </a:solidFill>
                <a:latin typeface="Inter"/>
              </a:rPr>
              <a:t>Mude Mahanth Naik</a:t>
            </a:r>
            <a:r>
              <a:t>
</a:t>
            </a:r>
            <a:r>
              <a:rPr sz="1650" b="0" i="0" u="none">
                <a:solidFill>
                  <a:srgbClr val="475569"/>
                </a:solidFill>
                <a:latin typeface="Inter"/>
              </a:rPr>
              <a:t> Additional Project (ADP)</a:t>
            </a:r>
            <a:r>
              <a:t>
</a:t>
            </a:r>
            <a:r>
              <a:rPr sz="1650" b="0" i="0" u="none">
                <a:solidFill>
                  <a:srgbClr val="475569"/>
                </a:solidFill>
                <a:latin typeface="Inter"/>
              </a:rPr>
              <a:t> Faculty Advisor: Dr. Prasenjit B</a:t>
            </a:r>
            <a:r>
              <a:t>
</a:t>
            </a:r>
            <a:r>
              <a:rPr sz="1650" b="0" i="0" u="none">
                <a:solidFill>
                  <a:srgbClr val="475569"/>
                </a:solidFill>
                <a:latin typeface="Inter"/>
              </a:rPr>
              <a:t> IIIT Sri 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0" y="1936551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63" y="2874686"/>
            <a:ext cx="5181600" cy="150971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788961"/>
            <a:ext cx="5181600" cy="159543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4695825"/>
            <a:ext cx="5181600" cy="1895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2677" y="4697275"/>
            <a:ext cx="5181600" cy="18954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525" y="581025"/>
            <a:ext cx="1118139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1525" y="1190625"/>
            <a:ext cx="1064895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1525" y="1685925"/>
            <a:ext cx="106489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0F172A"/>
                </a:solidFill>
                <a:latin typeface="Inter Medium"/>
              </a:rPr>
              <a:t>"Interview preparation requires candidates to search and combine information from multiple sources, while generic AI assistants may provide responses that are not grounded in the candidate's relevant preparation material."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128963"/>
            <a:ext cx="482060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2563EB"/>
                </a:solidFill>
                <a:latin typeface="Inter"/>
              </a:rPr>
              <a:t>Fragmented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514725"/>
            <a:ext cx="45910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475569"/>
                </a:solidFill>
                <a:latin typeface="Inter"/>
              </a:rPr>
              <a:t>Interview preparation material is scattered across notes, documents, websites, and other resources.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8427" y="3057525"/>
            <a:ext cx="482060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Inter"/>
              </a:rPr>
              <a:t>Generic AI Responses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8427" y="3467100"/>
            <a:ext cx="45910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475569"/>
                </a:solidFill>
                <a:latin typeface="Inter"/>
              </a:rPr>
              <a:t>General-purpose LLMs may provide broad answers that are not specific to the candidate's preparation context.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5110163"/>
            <a:ext cx="482060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Inter"/>
              </a:rPr>
              <a:t>Time-Consuming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2038" y="5601735"/>
            <a:ext cx="4591050" cy="895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475569"/>
                </a:solidFill>
                <a:latin typeface="Inter"/>
              </a:rPr>
              <a:t>Candidates spend significant time manually finding relevant information before they can actually practice.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150" y="5082313"/>
            <a:ext cx="482060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2563EB"/>
                </a:solidFill>
                <a:latin typeface="Inter"/>
              </a:rPr>
              <a:t>Limited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952" y="5601735"/>
            <a:ext cx="45910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475569"/>
                </a:solidFill>
                <a:latin typeface="Inter"/>
              </a:rPr>
              <a:t>A conventional chatbot may not have access to the candidate's specific preparation material.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72169"/>
            <a:ext cx="3333750" cy="4381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165" y="1796044"/>
            <a:ext cx="3333750" cy="638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59671"/>
            <a:ext cx="3333750" cy="438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4069" y="2709667"/>
            <a:ext cx="3333750" cy="638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662708"/>
            <a:ext cx="3333750" cy="4381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3318010"/>
            <a:ext cx="3333750" cy="4381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4069" y="4992042"/>
            <a:ext cx="333375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3951422"/>
            <a:ext cx="333375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0" y="4622453"/>
            <a:ext cx="3333750" cy="4381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0412" y="5414418"/>
            <a:ext cx="333375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0412" y="6135802"/>
            <a:ext cx="3333750" cy="4381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1525" y="581025"/>
            <a:ext cx="1118139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Proposed System Architecture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1525" y="1190625"/>
            <a:ext cx="1064895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6000" y="1731071"/>
            <a:ext cx="3333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800" b="0" i="0" u="none" dirty="0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2132" y="2508336"/>
            <a:ext cx="3333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800" b="0" i="0" u="none" dirty="0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0" y="2399507"/>
            <a:ext cx="3333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800" b="0" i="0" u="none" dirty="0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2132" y="3400425"/>
            <a:ext cx="3333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800" b="0" i="0" u="none" dirty="0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0" y="3098935"/>
            <a:ext cx="3333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800" b="0" i="0" u="none" dirty="0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2132" y="4040259"/>
            <a:ext cx="3333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800" b="0" i="0" u="none" dirty="0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0" y="3743325"/>
            <a:ext cx="3333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800" b="0" i="0" u="none" dirty="0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0" y="4419600"/>
            <a:ext cx="3333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0" y="5187985"/>
            <a:ext cx="333375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800" b="0" i="0" u="none" dirty="0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0" y="5871618"/>
            <a:ext cx="333375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79258" y="2153912"/>
            <a:ext cx="29337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475569"/>
                </a:solidFill>
                <a:latin typeface="Inter"/>
              </a:rPr>
              <a:t>Interview Preparation Material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97400" y="3077848"/>
            <a:ext cx="29337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Inter"/>
              </a:rPr>
              <a:t>Extraction + Chunking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CFAFBF-83C9-EDB4-23ED-8354E9E5928B}"/>
              </a:ext>
            </a:extLst>
          </p:cNvPr>
          <p:cNvSpPr txBox="1"/>
          <p:nvPr/>
        </p:nvSpPr>
        <p:spPr>
          <a:xfrm>
            <a:off x="2195553" y="1340987"/>
            <a:ext cx="2137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Knowledge Ingestion</a:t>
            </a:r>
          </a:p>
        </p:txBody>
      </p:sp>
      <p:pic>
        <p:nvPicPr>
          <p:cNvPr id="32" name="Picture 31" descr="image.png">
            <a:extLst>
              <a:ext uri="{FF2B5EF4-FFF2-40B4-BE49-F238E27FC236}">
                <a16:creationId xmlns:a16="http://schemas.microsoft.com/office/drawing/2014/main" id="{80D3D2D6-4B5F-A0C0-B68F-A10356CC634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04165" y="4253771"/>
            <a:ext cx="3333750" cy="43815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3D34C74-399D-3F2E-6F6F-CAA6EC8849B6}"/>
              </a:ext>
            </a:extLst>
          </p:cNvPr>
          <p:cNvSpPr txBox="1"/>
          <p:nvPr/>
        </p:nvSpPr>
        <p:spPr>
          <a:xfrm>
            <a:off x="3908809" y="66620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0E6083-3F0A-6A05-7795-2EBF39D58603}"/>
              </a:ext>
            </a:extLst>
          </p:cNvPr>
          <p:cNvSpPr txBox="1"/>
          <p:nvPr/>
        </p:nvSpPr>
        <p:spPr>
          <a:xfrm>
            <a:off x="1504165" y="4708556"/>
            <a:ext cx="3333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800" b="0" i="0" u="none" dirty="0">
                <a:solidFill>
                  <a:srgbClr val="475569"/>
                </a:solidFill>
                <a:latin typeface="Inter"/>
              </a:rPr>
              <a:t>↓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5597C9-EC86-405E-C15B-8082D77F708C}"/>
              </a:ext>
            </a:extLst>
          </p:cNvPr>
          <p:cNvSpPr txBox="1"/>
          <p:nvPr/>
        </p:nvSpPr>
        <p:spPr>
          <a:xfrm>
            <a:off x="1504165" y="3681608"/>
            <a:ext cx="328968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IN" sz="1800" dirty="0"/>
              <a:t>	      Text Chunking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085EB7B-6371-B6BE-E028-50B52FE16A15}"/>
              </a:ext>
            </a:extLst>
          </p:cNvPr>
          <p:cNvCxnSpPr>
            <a:cxnSpLocks/>
          </p:cNvCxnSpPr>
          <p:nvPr/>
        </p:nvCxnSpPr>
        <p:spPr>
          <a:xfrm flipV="1">
            <a:off x="4805834" y="4188246"/>
            <a:ext cx="1278181" cy="1040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775" y="2447925"/>
            <a:ext cx="476250" cy="476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1755" y="2447925"/>
            <a:ext cx="476250" cy="47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735" y="2447925"/>
            <a:ext cx="476250" cy="47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9716" y="2447925"/>
            <a:ext cx="476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3696" y="2447925"/>
            <a:ext cx="476250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7677" y="2447925"/>
            <a:ext cx="476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1525" y="581025"/>
            <a:ext cx="1118139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RAG Workflow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525" y="1190625"/>
            <a:ext cx="1064895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93590" y="2590800"/>
            <a:ext cx="2286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CBD5E1"/>
                </a:solidFill>
                <a:latin typeface="Inter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7570" y="2590800"/>
            <a:ext cx="2286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CBD5E1"/>
                </a:solidFill>
                <a:latin typeface="Inter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1551" y="2590800"/>
            <a:ext cx="2286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CBD5E1"/>
                </a:solidFill>
                <a:latin typeface="Inter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5531" y="2590800"/>
            <a:ext cx="2286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CBD5E1"/>
                </a:solidFill>
                <a:latin typeface="Inter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9512" y="2590800"/>
            <a:ext cx="2286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CBD5E1"/>
                </a:solidFill>
                <a:latin typeface="Inter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412" y="3114675"/>
            <a:ext cx="94297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User 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3629025"/>
            <a:ext cx="142875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Candidate asks an interview-preparation question.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505" y="3114675"/>
            <a:ext cx="14287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Query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505" y="3629025"/>
            <a:ext cx="14287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The query is prepared for semantic retrieval.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9485" y="3114675"/>
            <a:ext cx="14287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Retrieve Relevant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9485" y="3810000"/>
            <a:ext cx="142875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Retriever searches the vector database for relevant chunks.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2041" y="3114675"/>
            <a:ext cx="13716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Context + 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3466" y="3629025"/>
            <a:ext cx="1428750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Relevant retrieved information is combined with the user's question.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9834" y="3114675"/>
            <a:ext cx="132397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LLM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446" y="3629025"/>
            <a:ext cx="142875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The LLM generates an answer using the retrieved context.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91464" y="3114675"/>
            <a:ext cx="82867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1427" y="3629025"/>
            <a:ext cx="1428750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Candidate receives a context-aware interview-preparation response.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581025"/>
            <a:ext cx="1118139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Project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1525" y="1190625"/>
            <a:ext cx="10648950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1525" y="1876425"/>
            <a:ext cx="519064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Completed / Established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1525" y="2247900"/>
            <a:ext cx="49434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77000" y="1876425"/>
            <a:ext cx="519064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77000" y="2247900"/>
            <a:ext cx="49434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1525" y="2543175"/>
            <a:ext cx="494347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✓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Problem and project scope defined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048000"/>
            <a:ext cx="494347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✓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LLM + RAG approach identified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552825"/>
            <a:ext cx="494347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✓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Initial system architecture designed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4" y="4114800"/>
            <a:ext cx="494347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 dirty="0">
                <a:solidFill>
                  <a:srgbClr val="2563EB"/>
                </a:solidFill>
                <a:latin typeface="Inter"/>
              </a:rPr>
              <a:t>✓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GitHub repository and project workflow initiated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2543175"/>
            <a:ext cx="49434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 dirty="0">
                <a:solidFill>
                  <a:srgbClr val="475569"/>
                </a:solidFill>
                <a:latin typeface="Inter"/>
              </a:rPr>
              <a:t>Backend/API foundation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3028950"/>
            <a:ext cx="49434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Document processing and text chunking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3514725"/>
            <a:ext cx="49434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Embedding generation and vector database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4000500"/>
            <a:ext cx="49434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Retriever and RAG pipeline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4486275"/>
            <a:ext cx="49434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LLM integration and prompt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4972050"/>
            <a:ext cx="49434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Frontend integration and testing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263" y="2562225"/>
            <a:ext cx="228600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893" y="3048000"/>
            <a:ext cx="228600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6893" y="3571875"/>
            <a:ext cx="228600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6893" y="4029075"/>
            <a:ext cx="228600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7788" y="4505325"/>
            <a:ext cx="228600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7788" y="499110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5301" y="1859458"/>
            <a:ext cx="1118139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0F172A"/>
                </a:solidFill>
                <a:latin typeface="Inter"/>
              </a:rPr>
              <a:t>Questions &amp;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57637" y="2735758"/>
            <a:ext cx="4276725" cy="2262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sz="1650" b="1" i="0" u="none" dirty="0">
                <a:solidFill>
                  <a:srgbClr val="475569"/>
                </a:solidFill>
                <a:latin typeface="Inter"/>
              </a:rPr>
              <a:t>AI-Powered Interview Preparation System</a:t>
            </a:r>
            <a:r>
              <a:rPr dirty="0"/>
              <a:t>
</a:t>
            </a:r>
            <a:r>
              <a:rPr sz="1650" b="0" i="0" u="none" dirty="0">
                <a:solidFill>
                  <a:srgbClr val="475569"/>
                </a:solidFill>
                <a:latin typeface="Inter"/>
              </a:rPr>
              <a:t> using LLM and RAG</a:t>
            </a:r>
            <a:r>
              <a:rPr dirty="0"/>
              <a:t>
</a:t>
            </a:r>
            <a:r>
              <a:rPr sz="1650" b="0" i="0" u="none" dirty="0">
                <a:solidFill>
                  <a:srgbClr val="475569"/>
                </a:solidFill>
                <a:latin typeface="Inter"/>
              </a:rPr>
              <a:t> Mude Mahanth Naik</a:t>
            </a:r>
            <a:r>
              <a:rPr dirty="0"/>
              <a:t>
</a:t>
            </a:r>
            <a:r>
              <a:rPr sz="1650" b="0" i="0" u="none" dirty="0">
                <a:solidFill>
                  <a:srgbClr val="475569"/>
                </a:solidFill>
                <a:latin typeface="Inter"/>
              </a:rPr>
              <a:t> Faculty Advisor: Dr. Prasenjit B</a:t>
            </a:r>
            <a:r>
              <a:rPr dirty="0"/>
              <a:t>
</a:t>
            </a:r>
            <a:r>
              <a:rPr sz="1650" b="0" i="0" u="none" dirty="0">
                <a:solidFill>
                  <a:srgbClr val="475569"/>
                </a:solidFill>
                <a:latin typeface="Inter"/>
              </a:rPr>
              <a:t> IIIT Sri 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326</Words>
  <Application>Microsoft Office PowerPoint</Application>
  <PresentationFormat>Widescreen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Inter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 Mahanth Naik</cp:lastModifiedBy>
  <cp:revision>1</cp:revision>
  <dcterms:created xsi:type="dcterms:W3CDTF">2013-01-27T09:14:16Z</dcterms:created>
  <dcterms:modified xsi:type="dcterms:W3CDTF">2026-08-11T16:59:42Z</dcterms:modified>
  <cp:category/>
</cp:coreProperties>
</file>